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Project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Classification Using AI</a:t>
            </a:r>
          </a:p>
          <a:p>
            <a:r>
              <a:t>Iris Dataset • KNN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basic classification model using a small dataset.</a:t>
            </a:r>
          </a:p>
          <a:p>
            <a:pPr>
              <a:defRPr sz="2200"/>
            </a:pPr>
            <a:r>
              <a:t>Load and understand the dataset.</a:t>
            </a:r>
          </a:p>
          <a:p>
            <a:pPr>
              <a:defRPr sz="2200"/>
            </a:pPr>
            <a:r>
              <a:t>Split data into training and testing sets.</a:t>
            </a:r>
          </a:p>
          <a:p>
            <a:pPr>
              <a:defRPr sz="2200"/>
            </a:pPr>
            <a:r>
              <a:t>Apply a simple classification algorithm.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Iris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150 samples</a:t>
            </a:r>
          </a:p>
          <a:p>
            <a:pPr>
              <a:defRPr sz="2200"/>
            </a:pPr>
            <a:r>
              <a:t>3 classes: setosa, versicolor, virginica</a:t>
            </a:r>
          </a:p>
          <a:p>
            <a:pPr>
              <a:defRPr sz="2200"/>
            </a:pPr>
            <a:r>
              <a:t>4 features: sepal length, sepal width, petal length, petal width</a:t>
            </a:r>
          </a:p>
          <a:p>
            <a:pPr>
              <a:defRPr sz="2200"/>
            </a:pPr>
            <a:r>
              <a:t>Balanced benchmark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Shuffle the data before splitting.</a:t>
            </a:r>
          </a:p>
          <a:p>
            <a:pPr>
              <a:defRPr sz="2200"/>
            </a:pPr>
            <a:r>
              <a:t>Use an 80% training / 20% testing split.</a:t>
            </a:r>
          </a:p>
          <a:p>
            <a:pPr>
              <a:defRPr sz="2200"/>
            </a:pPr>
            <a:r>
              <a:t>Apply StandardScaler to normalize feature ranges.</a:t>
            </a:r>
          </a:p>
          <a:p>
            <a:pPr>
              <a:defRPr sz="2200"/>
            </a:pPr>
            <a:r>
              <a:t>Fit the scaler only on training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KNN is a supervised classification algorithm.</a:t>
            </a:r>
          </a:p>
          <a:p>
            <a:pPr>
              <a:defRPr sz="2200"/>
            </a:pPr>
            <a:r>
              <a:t>The model compares a new sample with nearby training samples.</a:t>
            </a:r>
          </a:p>
          <a:p>
            <a:pPr>
              <a:defRPr sz="2200"/>
            </a:pPr>
            <a:r>
              <a:t>This project uses k = 5.</a:t>
            </a:r>
          </a:p>
          <a:p>
            <a:pPr>
              <a:defRPr sz="2200"/>
            </a:pPr>
            <a:r>
              <a:t>Majority voting determines the predicted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Training and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Instantiate KNeighborsClassifier(n_neighbors=5).</a:t>
            </a:r>
          </a:p>
          <a:p>
            <a:pPr>
              <a:defRPr sz="2200"/>
            </a:pPr>
            <a:r>
              <a:t>Train using model.fit(X_train, y_train).</a:t>
            </a:r>
          </a:p>
          <a:p>
            <a:pPr>
              <a:defRPr sz="2200"/>
            </a:pPr>
            <a:r>
              <a:t>Predict using model.predict(X_test).</a:t>
            </a:r>
          </a:p>
          <a:p>
            <a:pPr>
              <a:defRPr sz="2200"/>
            </a:pPr>
            <a:r>
              <a:t>Evaluate predictions against the true test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34440"/>
            <a:ext cx="6583680" cy="64368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F1 Score</a:t>
            </a:r>
          </a:p>
        </p:txBody>
      </p:sp>
      <p:pic>
        <p:nvPicPr>
          <p:cNvPr id="3" name="Picture 2" descr="f1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34440"/>
            <a:ext cx="6583680" cy="46526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Accuracy: 93.33%</a:t>
            </a:r>
          </a:p>
          <a:p>
            <a:pPr>
              <a:defRPr sz="2200"/>
            </a:pPr>
            <a:r>
              <a:t>Weighted Precision: 0.9444</a:t>
            </a:r>
          </a:p>
          <a:p>
            <a:pPr>
              <a:defRPr sz="2200"/>
            </a:pPr>
            <a:r>
              <a:t>Weighted Recall: 0.9333</a:t>
            </a:r>
          </a:p>
          <a:p>
            <a:pPr>
              <a:defRPr sz="2200"/>
            </a:pPr>
            <a:r>
              <a:t>Weighted F1 Score: 0.9327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a complete supervised-learning classification pipeline.</a:t>
            </a:r>
          </a:p>
          <a:p>
            <a:pPr>
              <a:defRPr sz="2200"/>
            </a:pPr>
            <a:r>
              <a:t>KNN successfully classifies the Iris test samples.</a:t>
            </a:r>
          </a:p>
          <a:p>
            <a:pPr>
              <a:defRPr sz="2200"/>
            </a:pPr>
            <a:r>
              <a:t>Confusion matrix and F1 score provide deeper evaluation than accuracy alone.</a:t>
            </a:r>
          </a:p>
          <a:p>
            <a:pPr>
              <a:defRPr sz="2200"/>
            </a:pPr>
            <a:r>
              <a:t>The project is ready for local execution and GitHub upload.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Project 2 — Data Classification Using AI</a:t>
            </a:r>
          </a:p>
          <a:p>
            <a:pPr>
              <a:defRPr sz="2200"/>
            </a:pPr>
            <a:r>
              <a:t>DecodeLabs Industrial Training Kit — Batch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